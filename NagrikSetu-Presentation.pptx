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nagp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768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6000" b="1" i="0">
                <a:solidFill>
                  <a:srgbClr val="FFFFFF"/>
                </a:solidFill>
                <a:latin typeface="Segoe UI"/>
              </a:defRPr>
            </a:pPr>
            <a:r>
              <a:t>NagrikSetu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C7D6F5"/>
                </a:solidFill>
                <a:latin typeface="Segoe UI"/>
              </a:defRPr>
            </a:pPr>
            <a:r>
              <a:t>A Civic Complaint Reporting &amp; Tracking Platform for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 i="0">
                <a:solidFill>
                  <a:srgbClr val="FFFFFF"/>
                </a:solidFill>
                <a:latin typeface="Segoe UI"/>
              </a:defRPr>
            </a:pPr>
            <a:r>
              <a:t>Presented by:  Komal Wanve  •  Kriti Verma  •  Muskan Gautam  •  Sejal Bihure  •  Samruddhi Khadse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7D6F5"/>
                </a:solidFill>
                <a:latin typeface="Segoe UI"/>
              </a:defRPr>
            </a:pPr>
            <a:r>
              <a:t>Guided by: 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Every day, citizens come across civic problems like potholes, garbage, water leaks, and traffic issues.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There is no single, easy place to report these problems to the right people.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Even after complaining, people rarely get to know what happened next.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Authorities also struggle without one organised record of all complaints.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Our Solution — What is NagrikSetu?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059669"/>
                </a:solidFill>
                <a:latin typeface="Segoe UI"/>
              </a:defRPr>
            </a:pPr>
            <a:r>
              <a:t>Report it. Track it. Get it resolved.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 simple web platform where any citizen can report a civic problem in just a few minutes.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Every complaint gets a unique Complaint ID (for example, NGP-2026-0001).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Citizens can track their complaint anytime using that ID.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All complaints are stored in one shared place, so the information stays consistent for 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Easy report form — name, problem type, location, description, and an optional photo.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Auto-generated Complaint ID given right after submitting.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Track page to check the current status: Pending, In Progress, or Resolved.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Civic dashboard showing an overview of reported problems.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Clean, colourful, mobile-friendly design that works on any device.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059669"/>
                </a:solidFill>
                <a:latin typeface="Segoe UI"/>
              </a:defRPr>
            </a:pPr>
            <a:r>
              <a:t>A simple four-step journey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Step 1  —  The citizen fills in the report form and submits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Step 2  —  The system saves the complaint and returns a unique Complaint ID.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Step 3  —  The citizen enters that ID on the Track page.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Step 4  —  The current status and details are shown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Technology We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Frontend:  HTML, CSS, and JavaScript.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Backend:  Node.js with the Express framework.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Database:  SQLite (stores all complaints).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Hosting:  Render — the website is live 24/7.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Code &amp; Collaboration:  GitHub for version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Live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059669"/>
                </a:solidFill>
                <a:latin typeface="Segoe UI"/>
              </a:defRPr>
            </a:pPr>
            <a:r>
              <a:t>It is not just a demo — it is actually online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The project is fully deployed and open to everyone.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Link:  https://nagriksetu-xc0x.onrender.com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Works on mobile, tablet, and desktop.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Kept awake round the clock so it is always ready to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Dashboard &amp;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Complaints are grouped by category: Pothole, Garbage, Water, Traffic, and Other.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 status overview shows how many are Resolved, In Progress, and Pending.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This gives citizens and authorities a quick picture of the city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Quality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059669"/>
                </a:solidFill>
                <a:latin typeface="Segoe UI"/>
              </a:defRPr>
            </a:pPr>
            <a:r>
              <a:t>We did not just build it — we made sure it works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The project includes 24 automated tests.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They check complaint submission, unique ID generation, tracking, and error handling.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This makes sure the app keeps working correctly, even after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An admin panel for officials to update complaint status.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SMS and email alerts when a complaint status changes.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A live dashboard powered by real complaint data.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Map-based location selection while reporting.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Support for Marathi and Hindi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Segoe UI"/>
              </a:defRPr>
            </a:pPr>
            <a:r>
              <a:t>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059669"/>
                </a:solidFill>
                <a:latin typeface="Segoe UI"/>
              </a:defRPr>
            </a:pPr>
            <a:r>
              <a:t>The people behind NagrikSetu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Komal Wanve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Kriti Verma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Muskan Gautam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Sejal Bihure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 i="0">
                <a:solidFill>
                  <a:srgbClr val="333A45"/>
                </a:solidFill>
                <a:latin typeface="Segoe UI"/>
              </a:defRPr>
            </a:pPr>
            <a:r>
              <a:t>•  Samruddhi Khadse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B6B7B"/>
                </a:solidFill>
                <a:latin typeface="Segoe UI"/>
              </a:defRPr>
            </a:pPr>
            <a:r>
              <a:t>NagrikSetu  |  Civic Complaint Reporting &amp; Tracking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C7D6F5"/>
                </a:solidFill>
                <a:latin typeface="Segoe UI"/>
              </a:defRPr>
            </a:pPr>
            <a:r>
              <a:t>We are happy to take any questions.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Segoe UI"/>
              </a:defRPr>
            </a:pPr>
            <a:r>
              <a:t>Contact:  nagriksetu1@gmail.com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